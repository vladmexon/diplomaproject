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71" r:id="rId9"/>
    <p:sldId id="270" r:id="rId10"/>
    <p:sldId id="272" r:id="rId11"/>
    <p:sldId id="266" r:id="rId12"/>
    <p:sldId id="260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dkSishXwXPOLq7/uFe+Y+f0xk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57" autoAdjust="0"/>
  </p:normalViewPr>
  <p:slideViewPr>
    <p:cSldViewPr snapToGrid="0">
      <p:cViewPr varScale="1">
        <p:scale>
          <a:sx n="102" d="100"/>
          <a:sy n="102" d="100"/>
        </p:scale>
        <p:origin x="118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Приветствую всех. Я </a:t>
            </a: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Антонович. </a:t>
            </a:r>
            <a:r>
              <a:rPr lang="ru-RU" dirty="0"/>
              <a:t>Вам представляется доклад на тему 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системы оповещения сотрудников компании.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Целью работы является</a:t>
            </a:r>
            <a:r>
              <a:rPr lang="en-US" dirty="0"/>
              <a:t>: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повышение эффективности внутрифирменной коммуникации и оперативного информирования персонала о важных событиях и изменениях.</a:t>
            </a: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sz="1200" b="1" dirty="0">
                <a:latin typeface="Roboto"/>
                <a:ea typeface="Roboto"/>
                <a:cs typeface="Roboto"/>
                <a:sym typeface="Roboto"/>
              </a:rPr>
              <a:t>Поставленные задачи вы можете увидеть на слайде.</a:t>
            </a:r>
            <a:endParaRPr dirty="0"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Система оповещения сотрудников компании — это инструмент, который используется для передачи сообщений сотрудникам компании о различных важных событиях, таких как: встречи, задачи, происшествия и т.д. </a:t>
            </a: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Разрабатываемая система будет распространяться на платной основе и нацелена на предприятия гос. сектора для работы в условиях запрета на установку дополнительного ПО и доступа во внешние сети. </a:t>
            </a:r>
            <a:endParaRPr lang="ru-RU"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Разработанная система должна быть </a:t>
            </a:r>
            <a:r>
              <a:rPr lang="ru-R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КОНКУРЕНТОСПОСОБНОЙ и для оценки её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конкурентоспособности</a:t>
            </a:r>
            <a:r>
              <a:rPr lang="ru-R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и возможной корректировки требований Были рассмотрены конкурирующие решения: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Projecto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MyChat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и Microsoft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Teams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4151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итоге анализа было выяснено что рассмотренные продукты не могут предоставить функционал для создания и массовой рассылки нестандартных уведомлений с возможностью встраивания в них реакций и контролем осведомленности сотрудников в условиях запрета на установку дополнительного ПО и доступа во внешние сети. В конечном итоге были выдвинуты </a:t>
            </a:r>
            <a:r>
              <a:rPr lang="ru-RU" sz="1200" b="1" dirty="0">
                <a:latin typeface="Roboto"/>
                <a:ea typeface="Roboto"/>
                <a:cs typeface="Roboto"/>
                <a:sym typeface="Roboto"/>
              </a:rPr>
              <a:t>требования, которые вы можете увидеть на слайде.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261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На основе требований о работе приложения в условиях запрета на установку дополнительного ПО, было принято решение о создании клиент серверного веб приложения.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приложение является посредником между клиентом и базой данных предоставляя удобное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клиента. Клиентом является одностраничное приложение статические файлы которого доставляются веб сервером. Сервер электронной почты служит для рассылки данных аутентификации новым сотрудникам.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952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данном слайде вы можете наблюдать диаграмму демонстрирующую </a:t>
            </a: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Собственно в системе выделено 2 основные роли: сотрудник и работник отдела кадров. Каждый сотрудник должен иметь возможность создать, сохранить в черновик и отправить уведомление, просмотреть список отправленных уведомлений, а также просмотреть и отреагировать на полученные им уведомления. А работник отдела кадров регистрировать в системе новых сотрудников и изменять их информацию.</a:t>
            </a: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2554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На данном слайде вы можете видеть интерфейс аутентификации и главной страницы. Состоит из 2 основных элементов</a:t>
            </a:r>
            <a:r>
              <a:rPr lang="en-US" dirty="0"/>
              <a:t>: </a:t>
            </a:r>
            <a:r>
              <a:rPr lang="ru-RU" dirty="0"/>
              <a:t>меню, и списка уведомлений. Под текстом уведомлений есть кнопки для реакции и раскрытия комментариев.    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9001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На данном слайде вы можете видеть интерфейс создания уведомлений и просмотра информации об отправленных уведомлениях. На странице Отправленных уведомлений можно увидеть сколько человек отреагировало и через сколько минут с момента отправки, а также просмотреть и отправить комментарии под уведомления.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4380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На данном слайде вы можете видеть интерфейс регистрации новых пользователей. Он доступен только пользователям с определенными ролями, по задумке ими должны являться сотрудники отдела кадров. После регистрации на указанную электронную почту придут данные для аутентификации. Также на странице можно изменить данные зарегистрированных пользователей.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1743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805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0" y="2089500"/>
            <a:ext cx="91440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ДОКЛАД</a:t>
            </a:r>
            <a:br>
              <a:rPr lang="ru-RU" sz="1600" dirty="0">
                <a:latin typeface="Roboto"/>
                <a:ea typeface="Roboto"/>
                <a:cs typeface="Roboto"/>
                <a:sym typeface="Roboto"/>
              </a:rPr>
            </a:b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на тему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5652120" y="3416920"/>
            <a:ext cx="3492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Докладчик: студент группы РИС-20-2б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Консультант по предметной области: 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ст. преп., Кузнецов Денис Борисович</a:t>
            </a:r>
            <a:endParaRPr sz="1400" dirty="0"/>
          </a:p>
        </p:txBody>
      </p:sp>
      <p:sp>
        <p:nvSpPr>
          <p:cNvPr id="90" name="Google Shape;90;p1"/>
          <p:cNvSpPr/>
          <p:nvPr/>
        </p:nvSpPr>
        <p:spPr>
          <a:xfrm>
            <a:off x="890786" y="1059582"/>
            <a:ext cx="72151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Министерство науки и высшего образования Российской Федерации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Федеральное государственное автономное образовательное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учреждение высшего образования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ПЕРМСКИЙ НАЦИОНАЛЬНЫЙ ИССЛЕДОВАТЕЛЬСКИЙ </a:t>
            </a:r>
            <a:endParaRPr sz="1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ПОЛИТЕХНИЧЕСКИЙ УНИВЕРСИТЕТ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Кафедра ИТАС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3" y="2883011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системы оповещения сотрудников компании»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895726" y="4661297"/>
            <a:ext cx="12827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Пермь - 202</a:t>
            </a:r>
            <a:r>
              <a:rPr lang="en-US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5076056" y="483518"/>
            <a:ext cx="375476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357189" y="1203598"/>
            <a:ext cx="84297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 b="1" dirty="0">
                <a:latin typeface="Roboto"/>
                <a:ea typeface="Roboto"/>
                <a:cs typeface="Roboto"/>
                <a:sym typeface="Roboto"/>
              </a:rPr>
              <a:t>Цель работы:</a:t>
            </a: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 повышение эффективности внутрифирменной коммуникации и оперативного информирования персонала о важных событиях и изменениях.</a:t>
            </a:r>
            <a:endParaRPr lang="en-US" sz="16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 b="1" dirty="0">
                <a:latin typeface="Roboto"/>
                <a:ea typeface="Roboto"/>
                <a:cs typeface="Roboto"/>
                <a:sym typeface="Roboto"/>
              </a:rPr>
              <a:t>Задачи работы:</a:t>
            </a:r>
            <a:endParaRPr lang="en-US" sz="1600" b="1" dirty="0"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обследовать существующие типовые процессы сотрудников компаний: об информировании о происшествиях, задачах и встречах,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проанализировать существующие системы оповещения,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сформулировать требования к системе оповещения сотрудников,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разработать техническое задание на создание системы оповещения, разработать прототип системы,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функциональное тестирование;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BF69BE-BBD0-F394-CB53-549E9B5214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4" y="1215405"/>
            <a:ext cx="8429625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Система оповещения сотрудников компании — это инструмент, который используется для передачи сообщений сотрудникам компании о различных важных событиях, таких как: встречи, задачи, происшествия и т.д. </a:t>
            </a:r>
            <a:endParaRPr lang="en-US" sz="16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Разрабатываемая система будет распространяться на платной основе и нацелена на предприятия гос. сектора для работы в условиях запрета на установку дополнительного ПО и доступа во внешние сети. </a:t>
            </a:r>
            <a:endParaRPr lang="ru-RU" sz="1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АКУТУАЛЬНОСТЬ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808347-F483-0BFA-4ADB-094314B196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5" y="1215405"/>
            <a:ext cx="4520092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Для оценки конкурентоспособности и возможной корректировки требований, выдвигаемых к системе, были проанализированы популярные решения предоставляющие возможности для оповещения пользователей в корпоративной среде. 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Были рассмотрены следующие продукты: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Projecto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MyChat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 и Microsoft </a:t>
            </a: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Teams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427141" y="483518"/>
            <a:ext cx="540367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КОНКУРЕНТОСПОСОБНОСТЬ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E965D7-A9FD-9FC8-8C15-3FDE19A2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7" y="1362936"/>
            <a:ext cx="3138055" cy="1574757"/>
          </a:xfrm>
          <a:prstGeom prst="rect">
            <a:avLst/>
          </a:prstGeom>
        </p:spPr>
      </p:pic>
      <p:pic>
        <p:nvPicPr>
          <p:cNvPr id="1026" name="Picture 2" descr="MyChat 8.0">
            <a:extLst>
              <a:ext uri="{FF2B5EF4-FFF2-40B4-BE49-F238E27FC236}">
                <a16:creationId xmlns:a16="http://schemas.microsoft.com/office/drawing/2014/main" id="{217DB8B7-637B-2649-659D-7BE0AAE6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02" y="1890119"/>
            <a:ext cx="2681514" cy="157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nouncing the Microsoft Teams Developer Preview - Microsoft 365 Developer  Blog">
            <a:extLst>
              <a:ext uri="{FF2B5EF4-FFF2-40B4-BE49-F238E27FC236}">
                <a16:creationId xmlns:a16="http://schemas.microsoft.com/office/drawing/2014/main" id="{788CF55B-603C-4A0D-7715-0C5EAC52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917" y="2953819"/>
            <a:ext cx="2610642" cy="146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D1BC6-D355-0182-1E18-B9C192FF87DD}"/>
              </a:ext>
            </a:extLst>
          </p:cNvPr>
          <p:cNvSpPr txBox="1"/>
          <p:nvPr/>
        </p:nvSpPr>
        <p:spPr>
          <a:xfrm>
            <a:off x="5337717" y="4445621"/>
            <a:ext cx="3194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Рассматриваемые системы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5E275-A2CC-3555-3802-020A478C58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82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4" y="1215405"/>
            <a:ext cx="8454783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В конечном итоге были выдвинуты следующие требования</a:t>
            </a:r>
            <a:r>
              <a:rPr lang="en-US" sz="1600" dirty="0"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Массовая рассылка оповещений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Возможность привязки реакций к уведомлениям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Возможность интеграции с уже имеющимися системами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Гибкость благодаря настройкам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Взаимодействие сотрудников по средствам сообщений</a:t>
            </a:r>
          </a:p>
          <a:p>
            <a:pPr marL="285750" indent="-285750" algn="just">
              <a:spcBef>
                <a:spcPts val="0"/>
              </a:spcBef>
              <a:buSzPts val="1600"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Возможность использования в условиях запрета на установку дополнительного ПО и доступа во внешние сети</a:t>
            </a: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497659" y="483518"/>
            <a:ext cx="4333157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ТРЕБОВАНИЯ К СИСТЕМЕ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5FDE3C-895A-F7AA-7B2B-C23D3E14C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6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5" y="1215405"/>
            <a:ext cx="4104456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На основе требований о работе приложения в условиях запрета на установку дополнительного ПО и доступа во внешние сети, было принято решение о создании клиент серверного веб приложения.</a:t>
            </a: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598039" y="483518"/>
            <a:ext cx="4232777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АРХИТЕКТУРА СИСТЕМЫ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2AF84F-38F2-1DA0-8BFB-5086BAF09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271" y="1378529"/>
            <a:ext cx="4291425" cy="30745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2E2F14-8FA2-FA8E-4A83-4B90445BF8CA}"/>
              </a:ext>
            </a:extLst>
          </p:cNvPr>
          <p:cNvSpPr txBox="1"/>
          <p:nvPr/>
        </p:nvSpPr>
        <p:spPr>
          <a:xfrm>
            <a:off x="4710271" y="4453055"/>
            <a:ext cx="3040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С4 диаграмма системы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B1D4F5-984E-658C-E199-B5F1790921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01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820933-AF19-A552-2495-B99216A4A6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0" y="1295908"/>
            <a:ext cx="7878928" cy="31106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0CCACD-FCFC-9E3D-EF5F-2F27237B55B6}"/>
              </a:ext>
            </a:extLst>
          </p:cNvPr>
          <p:cNvSpPr txBox="1"/>
          <p:nvPr/>
        </p:nvSpPr>
        <p:spPr>
          <a:xfrm>
            <a:off x="3345366" y="4506093"/>
            <a:ext cx="3062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USE-CASE </a:t>
            </a:r>
            <a:r>
              <a:rPr lang="ru-RU" dirty="0"/>
              <a:t>диаграмма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3B6BD2-1557-CC12-3685-62E031EAE5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4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6B6EED-1664-DB95-447B-1A533915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54" y="1148986"/>
            <a:ext cx="3999748" cy="201052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336522-443E-86AC-8105-DFEF14834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424" y="1838588"/>
            <a:ext cx="5038392" cy="2537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789908-95BF-A1CF-E5BD-B75C37B1A09F}"/>
              </a:ext>
            </a:extLst>
          </p:cNvPr>
          <p:cNvSpPr txBox="1"/>
          <p:nvPr/>
        </p:nvSpPr>
        <p:spPr>
          <a:xfrm>
            <a:off x="476954" y="3159512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Страница аутентификации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0170-966C-4EE4-261F-3D8946BFA6F5}"/>
              </a:ext>
            </a:extLst>
          </p:cNvPr>
          <p:cNvSpPr txBox="1"/>
          <p:nvPr/>
        </p:nvSpPr>
        <p:spPr>
          <a:xfrm>
            <a:off x="3792424" y="4402790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Главная страница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1A958A-BDE4-502C-973D-B9779D10C3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769100" y="4710567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265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409E15-A504-00EA-9571-7EAD72B5A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56" y="1167989"/>
            <a:ext cx="4964430" cy="25101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6E5CA6-36F0-9234-B6DC-9D817DA8F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551" y="1963420"/>
            <a:ext cx="5478145" cy="2751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7B8105-D01B-A31B-9D64-614D979D1CF4}"/>
              </a:ext>
            </a:extLst>
          </p:cNvPr>
          <p:cNvSpPr txBox="1"/>
          <p:nvPr/>
        </p:nvSpPr>
        <p:spPr>
          <a:xfrm>
            <a:off x="602956" y="3734844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Создание уведомлений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C4631-F76D-7553-15CF-EDD356833F5A}"/>
              </a:ext>
            </a:extLst>
          </p:cNvPr>
          <p:cNvSpPr txBox="1"/>
          <p:nvPr/>
        </p:nvSpPr>
        <p:spPr>
          <a:xfrm>
            <a:off x="3523551" y="4715548"/>
            <a:ext cx="263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Отправленные уведомления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541548F-C269-5782-BFFB-6641B2E118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97216" y="474948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023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49088C-F1E3-C6FD-C7E1-8DB4B70EB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70" y="1108592"/>
            <a:ext cx="6383059" cy="32000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14F44A-5F71-3240-DCDA-2B9725C78DA7}"/>
              </a:ext>
            </a:extLst>
          </p:cNvPr>
          <p:cNvSpPr txBox="1"/>
          <p:nvPr/>
        </p:nvSpPr>
        <p:spPr>
          <a:xfrm>
            <a:off x="3613783" y="4308635"/>
            <a:ext cx="3158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Регистрация новых сотрудников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9D82BA-F282-B413-EB39-85F3773C03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96729" y="476091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817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307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7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ходе </a:t>
            </a:r>
            <a:r>
              <a:rPr lang="ru-RU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работы</a:t>
            </a:r>
            <a:r>
              <a:rPr lang="ru-RU" sz="17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была проанализирована и описана информационная система и её конкуренты.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7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ходе проектирования системы была описана её структура, функционал и процессы, происходящие как при взаимодействии между пользователем и системой, так и между элементами самой системы.</a:t>
            </a:r>
            <a:endParaRPr lang="ru-RU" sz="17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Также был</a:t>
            </a:r>
            <a:r>
              <a:rPr lang="ru-RU" sz="17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описан процесс разработки базы данных, серверной части и клиентской части приложения.</a:t>
            </a:r>
          </a:p>
          <a:p>
            <a:pPr marL="0" indent="360000">
              <a:spcBef>
                <a:spcPts val="0"/>
              </a:spcBef>
              <a:buSzPts val="2000"/>
              <a:buNone/>
            </a:pPr>
            <a:r>
              <a:rPr lang="ru-RU" sz="17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дальнейшем планируется работа над интерфейсом веб приложения, расширением возможностей рассылки оповещений и предоставление возможности прикрепления документов к уведомлениям.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C553FC-6FF4-529E-00BB-2C8D22ADDB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97216" y="476726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98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12184" y="1851670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913971" y="3715576"/>
            <a:ext cx="409347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тел.: 8-952-318-65-68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e-mail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vladmexon@gmail.com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73438B-C828-66BE-428F-3384D885AB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731000" y="476726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883</Words>
  <Application>Microsoft Office PowerPoint</Application>
  <PresentationFormat>Экран (16:9)</PresentationFormat>
  <Paragraphs>84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Roboto</vt:lpstr>
      <vt:lpstr>Times New Roman</vt:lpstr>
      <vt:lpstr>Arial</vt:lpstr>
      <vt:lpstr>Calibri</vt:lpstr>
      <vt:lpstr>Тема Office</vt:lpstr>
      <vt:lpstr>ДОКЛАД на тему</vt:lpstr>
      <vt:lpstr>ЦЕЛЬ И ЗАДАЧИ</vt:lpstr>
      <vt:lpstr>АКУТУАЛЬНОСТЬ</vt:lpstr>
      <vt:lpstr>КОНКУРЕНТОСПОСОБНОСТЬ</vt:lpstr>
      <vt:lpstr>ТРЕБОВАНИЯ К СИСТЕМЕ</vt:lpstr>
      <vt:lpstr>АРХИТЕКТУРА СИСТЕМЫ</vt:lpstr>
      <vt:lpstr>ФУНКЦИОНАЛЬНЫЕ ВОЗМОЖНОСТИ</vt:lpstr>
      <vt:lpstr>ИНТЕРФЕЙС КЛИЕНТСКОЙ ЧАСТИ</vt:lpstr>
      <vt:lpstr>ИНТЕРФЕЙС КЛИЕНТСКОЙ ЧАСТИ</vt:lpstr>
      <vt:lpstr>ИНТЕРФЕЙС КЛИЕНТСКОЙ ЧАСТИ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Владислав Мехоношин</dc:creator>
  <cp:lastModifiedBy>Владислав Мехоношин</cp:lastModifiedBy>
  <cp:revision>32</cp:revision>
  <dcterms:modified xsi:type="dcterms:W3CDTF">2024-06-05T13:22:39Z</dcterms:modified>
</cp:coreProperties>
</file>