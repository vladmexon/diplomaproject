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8" r:id="rId9"/>
    <p:sldId id="269" r:id="rId10"/>
    <p:sldId id="261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4z9BQ0ccAm6j1ewQpMNwA6Y2o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9929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8986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0672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3257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7586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0" y="2089500"/>
            <a:ext cx="91440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ДОКЛАД</a:t>
            </a:r>
            <a:br>
              <a:rPr lang="ru-RU" sz="1600" dirty="0">
                <a:latin typeface="Roboto"/>
                <a:ea typeface="Roboto"/>
                <a:cs typeface="Roboto"/>
                <a:sym typeface="Roboto"/>
              </a:rPr>
            </a:b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на тему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5652120" y="3416920"/>
            <a:ext cx="3492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Докладчик: студент группы РИС-2-2б</a:t>
            </a:r>
            <a:endParaRPr lang="ru-RU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Мехоношин Владислав Антонович</a:t>
            </a:r>
            <a:endParaRPr lang="ru-RU" dirty="0"/>
          </a:p>
        </p:txBody>
      </p:sp>
      <p:sp>
        <p:nvSpPr>
          <p:cNvPr id="90" name="Google Shape;90;p1"/>
          <p:cNvSpPr/>
          <p:nvPr/>
        </p:nvSpPr>
        <p:spPr>
          <a:xfrm>
            <a:off x="890786" y="1059582"/>
            <a:ext cx="721518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Министерство науки и высшего образования Российской Федерации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Федеральное государственное автономное образовательное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учреждение высшего образования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ПЕРМСКИЙ НАЦИОНАЛЬНЫЙ ИССЛЕДОВАТЕЛЬСКИЙ </a:t>
            </a:r>
            <a:endParaRPr sz="1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ПОЛИТЕХНИЧЕСКИЙ УНИВЕРСИТЕТ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Кафедра ИТАС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3" y="290924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ru-RU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Разработка системы оповещения сотрудников компании»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895726" y="4661297"/>
            <a:ext cx="12827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Пермь - 2024</a:t>
            </a:r>
            <a:endParaRPr sz="14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5076056" y="483518"/>
            <a:ext cx="375476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 И ЗАДАЧИ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357189" y="1203598"/>
            <a:ext cx="84297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800" b="1" dirty="0">
                <a:latin typeface="Roboto"/>
                <a:ea typeface="Roboto"/>
                <a:cs typeface="Roboto"/>
                <a:sym typeface="Roboto"/>
              </a:rPr>
              <a:t>Цель работы: </a:t>
            </a: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повышение эффективности распространения информации и контроля информированности сотрудников.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800" b="1" dirty="0">
                <a:latin typeface="Roboto"/>
                <a:ea typeface="Roboto"/>
                <a:cs typeface="Roboto"/>
                <a:sym typeface="Roboto"/>
              </a:rPr>
              <a:t>Задачи работы: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1800" dirty="0">
                <a:latin typeface="Roboto"/>
                <a:ea typeface="Roboto"/>
                <a:cs typeface="Roboto"/>
                <a:sym typeface="Roboto"/>
              </a:rPr>
              <a:t>Обследованы существующие типовые процессы сотрудников компаний: об информировании о происшествиях, задачах и встречах</a:t>
            </a:r>
            <a:r>
              <a:rPr lang="en-US" sz="1800" dirty="0">
                <a:latin typeface="Roboto"/>
                <a:ea typeface="Roboto"/>
                <a:cs typeface="Roboto"/>
                <a:sym typeface="Roboto"/>
              </a:rPr>
              <a:t>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Сформулированы требования к системе оповещения сотрудников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Разработано техническое задание на создание системы оповещения</a:t>
            </a:r>
            <a:r>
              <a:rPr lang="en-US" sz="1700" dirty="0">
                <a:latin typeface="Arial"/>
                <a:ea typeface="Roboto" panose="02000000000000000000" pitchFamily="2" charset="0"/>
                <a:cs typeface="Arial"/>
                <a:sym typeface="Arial"/>
              </a:rPr>
              <a:t>;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Разработан прототип системы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532440" y="4714875"/>
            <a:ext cx="469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2/5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467544" y="1215405"/>
            <a:ext cx="8429625" cy="344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360000" algn="just">
              <a:spcBef>
                <a:spcPts val="0"/>
              </a:spcBef>
              <a:buSzPts val="1600"/>
              <a:buNone/>
            </a:pPr>
            <a:r>
              <a:rPr lang="ru-RU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Система оповещения сотрудников — это инструмент, используемый для передачи сотрудникам компании сообщений о различных важных событиях, таких как встречи, задания, происшествия и т. д.</a:t>
            </a:r>
          </a:p>
          <a:p>
            <a:pPr marL="0" indent="360000" algn="just">
              <a:spcBef>
                <a:spcPts val="0"/>
              </a:spcBef>
              <a:buSzPts val="1600"/>
              <a:buNone/>
            </a:pPr>
            <a:r>
              <a:rPr lang="ru-RU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Система создается для дальнейшего распространения на платной основе с упором на предприятья гос. сектора для работы в условиях запрета на установку дополнительного ПО и доступа во внешние сети. </a:t>
            </a:r>
          </a:p>
          <a:p>
            <a:pPr marL="0" indent="360000" algn="just">
              <a:spcBef>
                <a:spcPts val="0"/>
              </a:spcBef>
              <a:buSzPts val="1600"/>
              <a:buNone/>
            </a:pPr>
            <a:endParaRPr lang="ru-RU" sz="1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8532440" y="4714875"/>
            <a:ext cx="469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3/5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4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Что</a:t>
            </a: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337443" y="1203598"/>
            <a:ext cx="8429625" cy="2506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Для оценки конкурентно способности и возможной корректировки требований, выдвигаемых к системе, были проанализированы популярные решения предоставляющие возможности для оповещения пользователей в корпоративной среде. 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Были рассмотрены следующие продукты: </a:t>
            </a:r>
            <a:r>
              <a:rPr lang="ru-RU" sz="2000" dirty="0" err="1">
                <a:latin typeface="Roboto"/>
                <a:ea typeface="Roboto"/>
                <a:cs typeface="Roboto"/>
                <a:sym typeface="Roboto"/>
              </a:rPr>
              <a:t>Projecto</a:t>
            </a: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2000" dirty="0" err="1">
                <a:latin typeface="Roboto"/>
                <a:ea typeface="Roboto"/>
                <a:cs typeface="Roboto"/>
                <a:sym typeface="Roboto"/>
              </a:rPr>
              <a:t>MyChat</a:t>
            </a: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 и Microsoft </a:t>
            </a:r>
            <a:r>
              <a:rPr lang="en-US" sz="2000" dirty="0">
                <a:latin typeface="Roboto"/>
                <a:ea typeface="Roboto"/>
                <a:cs typeface="Roboto"/>
                <a:sym typeface="Roboto"/>
              </a:rPr>
              <a:t>Teams</a:t>
            </a: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7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8532440" y="4714875"/>
            <a:ext cx="469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3/5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Постановка требований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337443" y="1203598"/>
            <a:ext cx="8429625" cy="2506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Ни один из рассмотренных продуктов не предоставил возможностей гибкой настройки реакций на создаваемые уведомления, а их возможности контроля осведомленности сотрудников были весьма ограничены. Поэтому было принято решение о целесообразности создания системы оповещения.</a:t>
            </a:r>
            <a:endParaRPr lang="ru-RU" sz="17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8532440" y="4714875"/>
            <a:ext cx="469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3/5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Постановка требований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2813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337443" y="1203598"/>
            <a:ext cx="8429625" cy="313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Из анализа конкурирующих систем были выдвинуты требования, к разрабатываемой системе, на основе которых была составлена диаграмма, демонстрирующая функциональные возможности разрабатываемого продукта. </a:t>
            </a:r>
          </a:p>
        </p:txBody>
      </p:sp>
      <p:sp>
        <p:nvSpPr>
          <p:cNvPr id="122" name="Google Shape;122;p5"/>
          <p:cNvSpPr txBox="1"/>
          <p:nvPr/>
        </p:nvSpPr>
        <p:spPr>
          <a:xfrm>
            <a:off x="8532440" y="4714875"/>
            <a:ext cx="469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3/5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Постановка требований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9257A7-A864-EE72-EECC-853A970E4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077911"/>
            <a:ext cx="6250193" cy="247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3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337443" y="1203598"/>
            <a:ext cx="8429625" cy="689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360000">
              <a:spcBef>
                <a:spcPts val="0"/>
              </a:spcBef>
              <a:buSzPts val="2000"/>
              <a:buNone/>
            </a:pPr>
            <a:r>
              <a:rPr lang="ru-RU" sz="1700" dirty="0">
                <a:latin typeface="Roboto"/>
                <a:ea typeface="Roboto"/>
                <a:cs typeface="Roboto"/>
                <a:sym typeface="Roboto"/>
              </a:rPr>
              <a:t>Исходя из того, что система должна работать </a:t>
            </a: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в условиях запрета на установку дополнительного ПО и доступа во внешние сети. Была выбрана архитектура приложения. ТУУУУУУУУУТ ПОДРОООБНО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ru-RU" sz="17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8532440" y="4714875"/>
            <a:ext cx="469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3/5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Постановка требований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AA7BF8-CB8C-0E77-FFEE-8B6721F64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685" y="1990165"/>
            <a:ext cx="3800447" cy="272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8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337443" y="1203598"/>
            <a:ext cx="8429625" cy="2506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После проектирования работы компонентов приложения была разработана система оповещения.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ru-RU" sz="20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ru-RU" sz="20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СКРИНЫЫЫЫЫЫЫЫЫЫЫЫЫЫЫЫЫЫЫЫЫЫЫЫЫ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7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8532440" y="4714875"/>
            <a:ext cx="469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3/5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Постановка требований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102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337443" y="1203598"/>
            <a:ext cx="8429625" cy="2506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dirty="0">
                <a:latin typeface="Roboto"/>
                <a:ea typeface="Roboto"/>
                <a:cs typeface="Roboto"/>
                <a:sym typeface="Roboto"/>
              </a:rPr>
              <a:t>Заключение </a:t>
            </a:r>
            <a:r>
              <a:rPr lang="ru-RU" sz="2000" dirty="0" err="1">
                <a:latin typeface="Roboto"/>
                <a:ea typeface="Roboto"/>
                <a:cs typeface="Roboto"/>
                <a:sym typeface="Roboto"/>
              </a:rPr>
              <a:t>придуууумаЙЙЙЙЙЙЙ</a:t>
            </a:r>
            <a:r>
              <a:rPr lang="ru-RU" sz="2000">
                <a:latin typeface="Roboto"/>
                <a:ea typeface="Roboto"/>
                <a:cs typeface="Roboto"/>
                <a:sym typeface="Roboto"/>
              </a:rPr>
              <a:t>.</a:t>
            </a:r>
            <a:endParaRPr lang="ru-RU" sz="20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7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8532440" y="4714875"/>
            <a:ext cx="4692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3/5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Постановка требований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679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/>
        </p:nvSpPr>
        <p:spPr>
          <a:xfrm>
            <a:off x="12184" y="1851670"/>
            <a:ext cx="91440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СПАСИБО ЗА ВНИМАНИЕ!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4860032" y="3291830"/>
            <a:ext cx="399129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Полные ФИО докладчика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тел.: …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e-mail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…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338</Words>
  <Application>Microsoft Office PowerPoint</Application>
  <PresentationFormat>Экран (16:9)</PresentationFormat>
  <Paragraphs>55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Roboto</vt:lpstr>
      <vt:lpstr>Arial</vt:lpstr>
      <vt:lpstr>Calibri</vt:lpstr>
      <vt:lpstr>Тема Office</vt:lpstr>
      <vt:lpstr>ДОКЛАД на тему</vt:lpstr>
      <vt:lpstr>ЦЕЛЬ И ЗАДАЧИ</vt:lpstr>
      <vt:lpstr>Что?</vt:lpstr>
      <vt:lpstr>Постановка требований</vt:lpstr>
      <vt:lpstr>Постановка требований</vt:lpstr>
      <vt:lpstr>Постановка требований</vt:lpstr>
      <vt:lpstr>Постановка требований</vt:lpstr>
      <vt:lpstr>Постановка требований</vt:lpstr>
      <vt:lpstr>Постановка требований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Владислав Мехоношин</cp:lastModifiedBy>
  <cp:revision>4</cp:revision>
  <dcterms:modified xsi:type="dcterms:W3CDTF">2024-06-03T15:13:42Z</dcterms:modified>
</cp:coreProperties>
</file>